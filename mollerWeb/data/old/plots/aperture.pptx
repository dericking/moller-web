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906000" cy="6858000" type="A4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-900" y="-114"/>
      </p:cViewPr>
      <p:guideLst>
        <p:guide orient="horz" pos="2160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39327138" cy="3932713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C2BEA-2EE4-4D3E-99F4-443DCD989BCC}" type="datetimeFigureOut">
              <a:rPr lang="en-US" smtClean="0"/>
              <a:t>3/19/2013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506FE-DB20-479C-A3EF-5FC157B7443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C2BEA-2EE4-4D3E-99F4-443DCD989BCC}" type="datetimeFigureOut">
              <a:rPr lang="en-US" smtClean="0"/>
              <a:t>3/19/2013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506FE-DB20-479C-A3EF-5FC157B7443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506" y="2906714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C2BEA-2EE4-4D3E-99F4-443DCD989BCC}" type="datetimeFigureOut">
              <a:rPr lang="en-US" smtClean="0"/>
              <a:t>3/19/2013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506FE-DB20-479C-A3EF-5FC157B7443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1476" y="2311401"/>
            <a:ext cx="3260725" cy="65373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97301" y="2311401"/>
            <a:ext cx="3260725" cy="65373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C2BEA-2EE4-4D3E-99F4-443DCD989BCC}" type="datetimeFigureOut">
              <a:rPr lang="en-US" smtClean="0"/>
              <a:t>3/19/2013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506FE-DB20-479C-A3EF-5FC157B7443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1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1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112" y="1535113"/>
            <a:ext cx="4378589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112" y="2174875"/>
            <a:ext cx="437858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C2BEA-2EE4-4D3E-99F4-443DCD989BCC}" type="datetimeFigureOut">
              <a:rPr lang="en-US" smtClean="0"/>
              <a:t>3/19/2013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506FE-DB20-479C-A3EF-5FC157B7443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C2BEA-2EE4-4D3E-99F4-443DCD989BCC}" type="datetimeFigureOut">
              <a:rPr lang="en-US" smtClean="0"/>
              <a:t>3/19/2013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506FE-DB20-479C-A3EF-5FC157B7443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C2BEA-2EE4-4D3E-99F4-443DCD989BCC}" type="datetimeFigureOut">
              <a:rPr lang="en-US" smtClean="0"/>
              <a:t>3/19/2013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506FE-DB20-479C-A3EF-5FC157B7443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1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3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1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C2BEA-2EE4-4D3E-99F4-443DCD989BCC}" type="datetimeFigureOut">
              <a:rPr lang="en-US" smtClean="0"/>
              <a:t>3/19/2013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506FE-DB20-479C-A3EF-5FC157B7443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C2BEA-2EE4-4D3E-99F4-443DCD989BCC}" type="datetimeFigureOut">
              <a:rPr lang="en-US" smtClean="0"/>
              <a:t>3/19/2013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506FE-DB20-479C-A3EF-5FC157B7443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C2BEA-2EE4-4D3E-99F4-443DCD989BCC}" type="datetimeFigureOut">
              <a:rPr lang="en-US" smtClean="0"/>
              <a:t>3/19/2013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506FE-DB20-479C-A3EF-5FC157B7443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386387" y="396875"/>
            <a:ext cx="1671638" cy="84518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1476" y="396875"/>
            <a:ext cx="4849813" cy="84518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C2BEA-2EE4-4D3E-99F4-443DCD989BCC}" type="datetimeFigureOut">
              <a:rPr lang="en-US" smtClean="0"/>
              <a:t>3/19/2013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506FE-DB20-479C-A3EF-5FC157B7443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EC2BEA-2EE4-4D3E-99F4-443DCD989BCC}" type="datetimeFigureOut">
              <a:rPr lang="en-US" smtClean="0"/>
              <a:t>3/19/2013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B506FE-DB20-479C-A3EF-5FC157B7443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4269" y="1175912"/>
            <a:ext cx="832108" cy="515913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646377" y="1175912"/>
            <a:ext cx="801290" cy="17317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646377" y="2907649"/>
            <a:ext cx="708833" cy="17317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646377" y="4603309"/>
            <a:ext cx="708833" cy="17317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/>
          <p:cNvCxnSpPr/>
          <p:nvPr/>
        </p:nvCxnSpPr>
        <p:spPr>
          <a:xfrm>
            <a:off x="382805" y="1175912"/>
            <a:ext cx="43146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382805" y="6335047"/>
            <a:ext cx="43146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2447666" y="1175912"/>
            <a:ext cx="43146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2447666" y="2907649"/>
            <a:ext cx="43146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2355210" y="4603309"/>
            <a:ext cx="43146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2355210" y="6335047"/>
            <a:ext cx="43146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814269" y="6335047"/>
            <a:ext cx="979" cy="39800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1645398" y="6335047"/>
            <a:ext cx="979" cy="39800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2354231" y="6333901"/>
            <a:ext cx="979" cy="39800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1646377" y="779055"/>
            <a:ext cx="979" cy="39800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2446687" y="779055"/>
            <a:ext cx="979" cy="39800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567718" y="1175912"/>
            <a:ext cx="30819" cy="5159136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1646377" y="995522"/>
            <a:ext cx="801290" cy="0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814269" y="6623670"/>
            <a:ext cx="832108" cy="0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1646377" y="6623670"/>
            <a:ext cx="708833" cy="0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2763915" y="1175912"/>
            <a:ext cx="0" cy="1767816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2687105" y="2889610"/>
            <a:ext cx="0" cy="1713699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2687105" y="4567232"/>
            <a:ext cx="0" cy="1767816"/>
          </a:xfrm>
          <a:prstGeom prst="straightConnector1">
            <a:avLst/>
          </a:prstGeom>
          <a:ln w="127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 rot="16200000">
            <a:off x="193945" y="3541050"/>
            <a:ext cx="593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30.5</a:t>
            </a:r>
            <a:endParaRPr lang="en-US" dirty="0"/>
          </a:p>
        </p:txBody>
      </p:sp>
      <p:sp>
        <p:nvSpPr>
          <p:cNvPr id="40" name="TextBox 39"/>
          <p:cNvSpPr txBox="1"/>
          <p:nvPr/>
        </p:nvSpPr>
        <p:spPr>
          <a:xfrm>
            <a:off x="1096948" y="6347780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2.0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1803790" y="702245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2.0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1749833" y="6347780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1.7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 rot="16200000">
            <a:off x="2344625" y="1851230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10.5</a:t>
            </a:r>
            <a:endParaRPr lang="en-US" dirty="0"/>
          </a:p>
        </p:txBody>
      </p:sp>
      <p:sp>
        <p:nvSpPr>
          <p:cNvPr id="44" name="TextBox 43"/>
          <p:cNvSpPr txBox="1"/>
          <p:nvPr/>
        </p:nvSpPr>
        <p:spPr>
          <a:xfrm rot="16200000">
            <a:off x="2282533" y="3562098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10.0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 rot="16200000">
            <a:off x="2282532" y="5230870"/>
            <a:ext cx="593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10.0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1628695" y="33300"/>
            <a:ext cx="66271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chemeClr val="tx2">
                    <a:lumMod val="50000"/>
                  </a:schemeClr>
                </a:solidFill>
                <a:latin typeface="Comic Sans MS" pitchFamily="66" charset="0"/>
              </a:rPr>
              <a:t>Hall A Møller Polarimeter Aperture Detector (Left)</a:t>
            </a:r>
            <a:endParaRPr lang="en-US" sz="2000" b="1" dirty="0">
              <a:solidFill>
                <a:schemeClr val="tx2">
                  <a:lumMod val="50000"/>
                </a:schemeClr>
              </a:solidFill>
              <a:latin typeface="Comic Sans MS" pitchFamily="66" charset="0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4645760" y="1163105"/>
            <a:ext cx="268835" cy="518467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4108090" y="4619555"/>
            <a:ext cx="268835" cy="17282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4376925" y="2891330"/>
            <a:ext cx="268835" cy="17282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4645760" y="1163105"/>
            <a:ext cx="268835" cy="17282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Straight Connector 53"/>
          <p:cNvCxnSpPr/>
          <p:nvPr/>
        </p:nvCxnSpPr>
        <p:spPr>
          <a:xfrm>
            <a:off x="4644781" y="6347780"/>
            <a:ext cx="979" cy="39800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>
            <a:off x="4914595" y="6333827"/>
            <a:ext cx="979" cy="39800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7449325" y="6047094"/>
            <a:ext cx="22381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chemeClr val="tx2">
                    <a:lumMod val="50000"/>
                  </a:schemeClr>
                </a:solidFill>
                <a:latin typeface="Comic Sans MS" pitchFamily="66" charset="0"/>
              </a:rPr>
              <a:t>Sketch not in scale</a:t>
            </a:r>
          </a:p>
          <a:p>
            <a:r>
              <a:rPr lang="en-US" dirty="0" smtClean="0">
                <a:solidFill>
                  <a:schemeClr val="tx2">
                    <a:lumMod val="50000"/>
                  </a:schemeClr>
                </a:solidFill>
                <a:latin typeface="Comic Sans MS" pitchFamily="66" charset="0"/>
              </a:rPr>
              <a:t>Dimensions in cm</a:t>
            </a:r>
            <a:endParaRPr lang="en-US" dirty="0">
              <a:solidFill>
                <a:schemeClr val="tx2">
                  <a:lumMod val="50000"/>
                </a:schemeClr>
              </a:solidFill>
              <a:latin typeface="Comic Sans MS" pitchFamily="66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075391" y="448128"/>
            <a:ext cx="7334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 smtClean="0">
                <a:solidFill>
                  <a:schemeClr val="tx2">
                    <a:lumMod val="50000"/>
                  </a:schemeClr>
                </a:solidFill>
                <a:latin typeface="Comic Sans MS" pitchFamily="66" charset="0"/>
              </a:rPr>
              <a:t>Front view 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  <a:latin typeface="Comic Sans MS" pitchFamily="66" charset="0"/>
              </a:rPr>
              <a:t>                              </a:t>
            </a:r>
            <a:r>
              <a:rPr lang="en-US" u="sng" dirty="0" smtClean="0">
                <a:solidFill>
                  <a:schemeClr val="tx2">
                    <a:lumMod val="50000"/>
                  </a:schemeClr>
                </a:solidFill>
                <a:latin typeface="Comic Sans MS" pitchFamily="66" charset="0"/>
              </a:rPr>
              <a:t>Side view</a:t>
            </a:r>
            <a:r>
              <a:rPr lang="en-US" dirty="0" smtClean="0">
                <a:solidFill>
                  <a:schemeClr val="tx2">
                    <a:lumMod val="50000"/>
                  </a:schemeClr>
                </a:solidFill>
                <a:latin typeface="Comic Sans MS" pitchFamily="66" charset="0"/>
              </a:rPr>
              <a:t>                            </a:t>
            </a:r>
            <a:r>
              <a:rPr lang="en-US" u="sng" dirty="0" smtClean="0">
                <a:solidFill>
                  <a:schemeClr val="tx2">
                    <a:lumMod val="50000"/>
                  </a:schemeClr>
                </a:solidFill>
                <a:latin typeface="Comic Sans MS" pitchFamily="66" charset="0"/>
              </a:rPr>
              <a:t>Top view</a:t>
            </a:r>
            <a:endParaRPr lang="en-US" u="sng" dirty="0">
              <a:solidFill>
                <a:schemeClr val="tx2">
                  <a:lumMod val="50000"/>
                </a:schemeClr>
              </a:solidFill>
              <a:latin typeface="Comic Sans MS" pitchFamily="66" charset="0"/>
            </a:endParaRPr>
          </a:p>
        </p:txBody>
      </p:sp>
      <p:cxnSp>
        <p:nvCxnSpPr>
          <p:cNvPr id="59" name="Straight Arrow Connector 58"/>
          <p:cNvCxnSpPr/>
          <p:nvPr/>
        </p:nvCxnSpPr>
        <p:spPr>
          <a:xfrm>
            <a:off x="4300115" y="6655020"/>
            <a:ext cx="345645" cy="0"/>
          </a:xfrm>
          <a:prstGeom prst="straightConnector1">
            <a:avLst/>
          </a:prstGeom>
          <a:ln w="12700"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>
            <a:off x="4261710" y="6655020"/>
            <a:ext cx="1113745" cy="0"/>
          </a:xfrm>
          <a:prstGeom prst="line">
            <a:avLst/>
          </a:prstGeom>
          <a:ln w="127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 flipH="1">
            <a:off x="4914595" y="6655020"/>
            <a:ext cx="614480" cy="0"/>
          </a:xfrm>
          <a:prstGeom prst="straightConnector1">
            <a:avLst/>
          </a:prstGeom>
          <a:ln w="12700">
            <a:solidFill>
              <a:schemeClr val="tx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4991405" y="6362498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1.2</a:t>
            </a:r>
            <a:endParaRPr lang="en-US" dirty="0"/>
          </a:p>
        </p:txBody>
      </p:sp>
      <p:sp>
        <p:nvSpPr>
          <p:cNvPr id="65" name="Rectangle 64"/>
          <p:cNvSpPr/>
          <p:nvPr/>
        </p:nvSpPr>
        <p:spPr>
          <a:xfrm>
            <a:off x="6335580" y="1585560"/>
            <a:ext cx="1344175" cy="2688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>
            <a:off x="7679755" y="1585560"/>
            <a:ext cx="1344175" cy="2688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>
            <a:off x="7679755" y="1854395"/>
            <a:ext cx="1344175" cy="2688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7679755" y="2123230"/>
            <a:ext cx="1344175" cy="26883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Arrow Connector 69"/>
          <p:cNvCxnSpPr/>
          <p:nvPr/>
        </p:nvCxnSpPr>
        <p:spPr>
          <a:xfrm flipV="1">
            <a:off x="8985525" y="2660900"/>
            <a:ext cx="0" cy="1613010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8255830" y="3275380"/>
            <a:ext cx="755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  <a:latin typeface="Comic Sans MS" pitchFamily="66" charset="0"/>
              </a:rPr>
              <a:t>Beam</a:t>
            </a:r>
            <a:endParaRPr lang="en-US" dirty="0">
              <a:solidFill>
                <a:srgbClr val="C00000"/>
              </a:solidFill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31</Words>
  <Application>Microsoft Office PowerPoint</Application>
  <PresentationFormat>A4 Paper (210x297 mm)</PresentationFormat>
  <Paragraphs>13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Company>Jefferson Science Associates, LLC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glamazdi</dc:creator>
  <cp:lastModifiedBy>glamazdi</cp:lastModifiedBy>
  <cp:revision>12</cp:revision>
  <dcterms:created xsi:type="dcterms:W3CDTF">2013-03-19T18:13:20Z</dcterms:created>
  <dcterms:modified xsi:type="dcterms:W3CDTF">2013-03-19T19:07:32Z</dcterms:modified>
</cp:coreProperties>
</file>